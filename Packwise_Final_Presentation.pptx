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Arial Narrow"/>
      <p:regular r:id="rId15"/>
      <p:bold r:id="rId16"/>
      <p:italic r:id="rId17"/>
      <p:boldItalic r:id="rId18"/>
    </p:embeddedFont>
    <p:embeddedFont>
      <p:font typeface="Google Sans"/>
      <p:regular r:id="rId19"/>
      <p:bold r:id="rId20"/>
      <p:italic r:id="rId21"/>
      <p:boldItalic r:id="rId22"/>
    </p:embeddedFont>
    <p:embeddedFont>
      <p:font typeface="Arial Black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uJ4HzvcBXeE2Zi6uvXXQ7oyLh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-bold.fntdata"/><Relationship Id="rId11" Type="http://schemas.openxmlformats.org/officeDocument/2006/relationships/slide" Target="slides/slide7.xml"/><Relationship Id="rId22" Type="http://schemas.openxmlformats.org/officeDocument/2006/relationships/font" Target="fonts/GoogleSans-boldItalic.fntdata"/><Relationship Id="rId10" Type="http://schemas.openxmlformats.org/officeDocument/2006/relationships/slide" Target="slides/slide6.xml"/><Relationship Id="rId21" Type="http://schemas.openxmlformats.org/officeDocument/2006/relationships/font" Target="fonts/GoogleSans-italic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ArialBlack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alNarrow-regular.fntdata"/><Relationship Id="rId14" Type="http://schemas.openxmlformats.org/officeDocument/2006/relationships/slide" Target="slides/slide10.xml"/><Relationship Id="rId17" Type="http://schemas.openxmlformats.org/officeDocument/2006/relationships/font" Target="fonts/ArialNarrow-italic.fntdata"/><Relationship Id="rId16" Type="http://schemas.openxmlformats.org/officeDocument/2006/relationships/font" Target="fonts/ArialNarrow-bold.fntdata"/><Relationship Id="rId5" Type="http://schemas.openxmlformats.org/officeDocument/2006/relationships/slide" Target="slides/slide1.xml"/><Relationship Id="rId19" Type="http://schemas.openxmlformats.org/officeDocument/2006/relationships/font" Target="fonts/GoogleSans-regular.fntdata"/><Relationship Id="rId6" Type="http://schemas.openxmlformats.org/officeDocument/2006/relationships/slide" Target="slides/slide2.xml"/><Relationship Id="rId18" Type="http://schemas.openxmlformats.org/officeDocument/2006/relationships/font" Target="fonts/ArialNarrow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634975" y="411475"/>
            <a:ext cx="9968400" cy="173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32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t/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t/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t/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t/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t/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t/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t/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rPr b="1" lang="en-US" sz="30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t/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rPr b="1" lang="en-US" sz="30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  SRI KRISHNA ARTS AND SCIENCE </a:t>
            </a:r>
            <a: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COLLEGE </a:t>
            </a: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Department of Software Systems and AIML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408984" y="4133975"/>
            <a:ext cx="4783015" cy="234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323F4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ts val="2400"/>
              <a:buNone/>
            </a:pPr>
            <a:r>
              <a:rPr lang="en-US">
                <a:solidFill>
                  <a:srgbClr val="323F4F"/>
                </a:solidFill>
                <a:latin typeface="Arial Black"/>
                <a:ea typeface="Arial Black"/>
                <a:cs typeface="Arial Black"/>
                <a:sym typeface="Arial Black"/>
              </a:rPr>
              <a:t>	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ts val="2400"/>
              <a:buNone/>
            </a:pPr>
            <a:r>
              <a:rPr b="1" lang="en-US">
                <a:solidFill>
                  <a:srgbClr val="323F4F"/>
                </a:solidFill>
                <a:latin typeface="Arial Narrow"/>
                <a:ea typeface="Arial Narrow"/>
                <a:cs typeface="Arial Narrow"/>
                <a:sym typeface="Arial Narrow"/>
              </a:rPr>
              <a:t>Guide Name: Dr. M. Raju M.Sc.,Ph.D.,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ts val="2400"/>
              <a:buNone/>
            </a:pPr>
            <a:r>
              <a:rPr b="1" lang="en-US">
                <a:solidFill>
                  <a:srgbClr val="323F4F"/>
                </a:solidFill>
                <a:latin typeface="Arial Narrow"/>
                <a:ea typeface="Arial Narrow"/>
                <a:cs typeface="Arial Narrow"/>
                <a:sym typeface="Arial Narrow"/>
              </a:rPr>
              <a:t>                        Assistant Professor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323F4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323F4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-20100" y="0"/>
            <a:ext cx="122322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rajesh\Desktop\SKASC\2023 Even\Data Mining\kc logo3.jpg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" y="411481"/>
            <a:ext cx="1863090" cy="173582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510540" y="1287781"/>
            <a:ext cx="11326418" cy="501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III M.Sc. SS</a:t>
            </a:r>
            <a:endParaRPr b="1" i="0" sz="40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SEMESTER - VI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23SSI39- Mini Project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Title: Packwise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323F4F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5" y="1279384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t/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602901" y="4781599"/>
            <a:ext cx="4783015" cy="11534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23F4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ct val="100000"/>
              <a:buFont typeface="Arial"/>
              <a:buNone/>
            </a:pPr>
            <a:r>
              <a:rPr b="0" i="0" lang="en-US" sz="2400" u="none" cap="none" strike="noStrike">
                <a:solidFill>
                  <a:srgbClr val="323F4F"/>
                </a:solidFill>
                <a:latin typeface="Arial Black"/>
                <a:ea typeface="Arial Black"/>
                <a:cs typeface="Arial Black"/>
                <a:sym typeface="Arial Black"/>
              </a:rPr>
              <a:t>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ct val="100000"/>
              <a:buFont typeface="Arial"/>
              <a:buNone/>
            </a:pPr>
            <a:r>
              <a:rPr b="1" i="0" lang="en-US" sz="9600" u="none" cap="none" strike="noStrike">
                <a:solidFill>
                  <a:srgbClr val="323F4F"/>
                </a:solidFill>
                <a:latin typeface="Arial Narrow"/>
                <a:ea typeface="Arial Narrow"/>
                <a:cs typeface="Arial Narrow"/>
                <a:sym typeface="Arial Narrow"/>
              </a:rPr>
              <a:t>Student Roll number: 23MSS059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ct val="100000"/>
              <a:buFont typeface="Arial"/>
              <a:buNone/>
            </a:pPr>
            <a:r>
              <a:rPr b="1" i="0" lang="en-US" sz="9600" u="none" cap="none" strike="noStrike">
                <a:solidFill>
                  <a:srgbClr val="323F4F"/>
                </a:solidFill>
                <a:latin typeface="Arial Narrow"/>
                <a:ea typeface="Arial Narrow"/>
                <a:cs typeface="Arial Narrow"/>
                <a:sym typeface="Arial Narrow"/>
              </a:rPr>
              <a:t>Student Name: THRANAESWANTH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23F4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23F4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ctrTitle"/>
          </p:nvPr>
        </p:nvSpPr>
        <p:spPr>
          <a:xfrm>
            <a:off x="1878330" y="203112"/>
            <a:ext cx="8610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Packwise is a AI-powered travel companion.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The system helps users plan personalized and optimal itineraries.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Users can enter preferences and receive a detailed day-by-day plan.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The project is developed using MongoDB, Express, React, Node.js, and GenAI.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The main goal is to improve trip planning quality through an easy web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interface.                          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46f7qsxi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ctrTitle"/>
          </p:nvPr>
        </p:nvSpPr>
        <p:spPr>
          <a:xfrm>
            <a:off x="1878330" y="203113"/>
            <a:ext cx="8610600" cy="14548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Introduction 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167640" y="584111"/>
            <a:ext cx="11856720" cy="58928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46f7qsxi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432414" y="1780703"/>
            <a:ext cx="11930575" cy="3554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Trip planning is very complex and time-consuming in digital platforms.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Many users find it difficult to organize flights, hotels, and activities clearly.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Traditional tools mostly focus on booking independent services.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They do not effectively connect various aspects of a trip together.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Packwise provides a simple solution to create and manage cohesive travel plans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ctrTitle"/>
          </p:nvPr>
        </p:nvSpPr>
        <p:spPr>
          <a:xfrm>
            <a:off x="1878330" y="203112"/>
            <a:ext cx="8610600" cy="13845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4400"/>
              <a:buFont typeface="Arial"/>
              <a:buNone/>
            </a:pPr>
            <a:br>
              <a:rPr b="1" lang="en-US" sz="44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44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Existing Methodology </a:t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10539" y="1287780"/>
            <a:ext cx="11587675" cy="5189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Traditional text editors requires browsing multiple disconnected websites.</a:t>
            </a:r>
            <a:endParaRPr/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Most tools only offer generic location recommendations.</a:t>
            </a:r>
            <a:endParaRPr/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Limited support for generating comprehensive end-to-end itineraries.</a:t>
            </a:r>
            <a:endParaRPr/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Some tools are complex and difficult to use for non-experienced travelers.</a:t>
            </a:r>
            <a:endParaRPr/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Problems in existing systems:</a:t>
            </a:r>
            <a:endParaRPr/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Time consuming     • Limited personalization    • Poor user experience</a:t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46f7qsxi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ctrTitle"/>
          </p:nvPr>
        </p:nvSpPr>
        <p:spPr>
          <a:xfrm>
            <a:off x="1878330" y="203112"/>
            <a:ext cx="8610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Proposed Methodology </a:t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10540" y="1287780"/>
            <a:ext cx="11346180" cy="5102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46f7qsxi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142351" y="1634533"/>
            <a:ext cx="11907297" cy="453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Packwise provides a simple web-based AI itinerary generation platform.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Users can easily input travel preferences through the website.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The system processes the input and creates an optimal structured trip.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FEATURES OF THE PROPOSED SYSTEM: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Easy to use interface  • Fast AI processing  • Improved plan clarity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Better personalization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>
            <p:ph type="ctrTitle"/>
          </p:nvPr>
        </p:nvSpPr>
        <p:spPr>
          <a:xfrm>
            <a:off x="1878330" y="203112"/>
            <a:ext cx="8610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Flow of Process </a:t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10540" y="1287780"/>
            <a:ext cx="11346180" cy="5102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46f7qsxi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272981" y="1634533"/>
            <a:ext cx="11907297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SYSTEM FLOW DIAGRAM :                            DATA FLOW DIAGRAM :</a:t>
            </a:r>
            <a:endParaRPr/>
          </a:p>
        </p:txBody>
      </p:sp>
      <p:pic>
        <p:nvPicPr>
          <p:cNvPr id="139" name="Google Shape;139;p6"/>
          <p:cNvPicPr preferRelativeResize="0"/>
          <p:nvPr/>
        </p:nvPicPr>
        <p:blipFill rotWithShape="1">
          <a:blip r:embed="rId3">
            <a:alphaModFix/>
          </a:blip>
          <a:srcRect b="19420" l="0" r="0" t="0"/>
          <a:stretch/>
        </p:blipFill>
        <p:spPr>
          <a:xfrm>
            <a:off x="1218548" y="2074724"/>
            <a:ext cx="4203090" cy="3882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6"/>
          <p:cNvPicPr preferRelativeResize="0"/>
          <p:nvPr/>
        </p:nvPicPr>
        <p:blipFill rotWithShape="1">
          <a:blip r:embed="rId4">
            <a:alphaModFix/>
          </a:blip>
          <a:srcRect b="22876" l="0" r="0" t="15525"/>
          <a:stretch/>
        </p:blipFill>
        <p:spPr>
          <a:xfrm>
            <a:off x="5993967" y="2074724"/>
            <a:ext cx="4494963" cy="4153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 standalone="yes"?>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<p:cSld><p:spTree><p:nvGrpSpPr><p:cNvPr id="144" name="Shape 144"/><p:cNvGrpSpPr/><p:nvPr/></p:nvGrpSpPr><p:grpSpPr><a:xfrm><a:off x="0" y="0"/><a:ext cx="0" cy="0"/><a:chOff x="0" y="0"/><a:chExt cx="0" cy="0"/></a:xfrm></p:grpSpPr><p:sp><p:nvSpPr><p:cNvPr id="145" name="Google Shape;145;p7"/><p:cNvSpPr txBox="1"/><p:nvPr><p:ph type="ctrTitle"/></p:nvPr></p:nvSpPr><p:spPr><a:xfrm><a:off x="1790700" y="1389184"/><a:ext cx="8610600" cy="808979"/></a:xfrm><a:prstGeom prst="rect"><a:avLst/></a:prstGeom><a:noFill/><a:ln><a:noFill/></a:ln></p:spPr><p:txBody><a:bodyPr anchorCtr="0" anchor="b" bIns="45700" lIns="91425" spcFirstLastPara="1" rIns="91425" wrap="square" tIns="45700"><a:noAutofit/></a:bodyPr><a:lstStyle/><a:p><a:pPr indent="0" lvl="0" marL="0" rtl="0" algn="ctr"><a:lnSpc><a:spcPct val="150000"/></a:lnSpc><a:spcBef><a:spcPts val="0"/></a:spcBef><a:spcAft><a:spcPts val="0"/></a:spcAft><a:buClr><a:srgbClr val="222A35"/></a:buClr><a:buSzPts val="4400"/><a:buFont typeface="Arial"/><a:buNone/></a:pPr><a:br><a:rPr b="1" lang="en-US" sz="4400"/></a:br><a:br><a:rPr b="1" lang="en-US" sz="4400"/></a:br><a:br><a:rPr b="1" lang="en-US" sz="4400"/></a:br><a:br><a:rPr b="1" lang="en-US" sz="4400"/></a:br><a:r><a:rPr b="1" lang="en-US" sz="4400"/><a:t>Technical Method</a:t></a:r><a:br><a:rPr b="1" lang="en-US" sz="2800"/></a:br><a:endParaRPr/></a:p></p:txBody></p:sp><p:sp><p:nvSpPr><p:cNvPr id="146" name="Google Shape;146;p7"/><p:cNvSpPr/><p:nvPr/></p:nvSpPr><p:spPr><a:xfrm><a:off x="0" y="0"/><a:ext cx="12192000" cy="381000"/></a:xfrm><a:prstGeom prst="rect"><a:avLst/></a:prstGeom><a:gradFill><a:gsLst><a:gs pos="0"><a:srgbClr val="5F82CA"/></a:gs><a:gs pos="50000"><a:srgbClr val="3C70CA"/></a:gs><a:gs pos="100000"><a:srgbClr val="2E60B9"/></a:gs></a:gsLst><a:lin ang="5400000" scaled="0"/></a:gradFill><a:ln cap="flat" cmpd="sng" w="9525"><a:solidFill><a:schemeClr val="accent1"/></a:solidFill><a:prstDash val="solid"/><a:miter lim="800000"/><a:headEnd len="sm" w="sm" type="none"/><a:tailEnd len="sm" w="sm" type="none"/></a:ln></p:spPr><p:txBody><a:bodyPr anchorCtr="0" anchor="ctr" bIns="45700" lIns="91425" spcFirstLastPara="1" rIns="91425" wrap="square" tIns="45700"><a:noAutofit/></a:bodyPr><a:lstStyle/><a:p><a:pPr indent="0" lvl="0" marL="0" marR="0" rtl="0" algn="ctr"><a:lnSpc><a:spcPct val="100000"/></a:lnSpc><a:spcBef><a:spcPts val="0"/></a:spcBef><a:spcAft><a:spcPts val="0"/></a:spcAft><a:buClr><a:srgbClr val="000000"/></a:buClr><a:buSzPts val="1400"/><a:buFont typeface="Arial"/><a:buNone/></a:pPr><a:r><a:t></a:t></a:r><a:endParaRPr b="0" i="0" sz="1400" u="none" cap="none" strike="noStrike"><a:solidFill><a:schemeClr val="lt1"/></a:solidFill><a:latin typeface="Calibri"/><a:ea typeface="Calibri"/><a:cs typeface="Calibri"/><a:sym typeface="Calibri"/></a:endParaRPr></a:p></p:txBody></p:sp><p:sp><p:nvSpPr><p:cNvPr id="147" name="Google Shape;147;p7"/><p:cNvSpPr/><p:nvPr/></p:nvSpPr><p:spPr><a:xfrm><a:off x="0" y="6477000"/><a:ext cx="12192000" cy="381000"/></a:xfrm><a:prstGeom prst="rect"><a:avLst/></a:prstGeom><a:gradFill><a:gsLst><a:gs pos="0"><a:srgbClr val="5F82CA"/></a:gs><a:gs pos="50000"><a:srgbClr val="3C70CA"/></a:gs><a:gs pos="100000"><a:srgbClr val="2E60B9"/></a:gs></a:gsLst><a:lin ang="5400000" scaled="0"/></a:gradFill><a:ln cap="flat" cmpd="sng" w="9525"><a:solidFill><a:schemeClr val="accent1"/></a:solidFill><a:prstDash val="solid"/><a:miter lim="800000"/><a:headEnd len="sm" w="sm" type="none"/><a:tailEnd len="sm" w="sm" type="none"/></a:ln></p:spPr><p:txBody><a:bodyPr anchorCtr="0" anchor="ctr" bIns="45700" lIns="91425" spcFirstLastPara="1" rIns="91425" wrap="square" tIns="45700"><a:noAutofit/></a:bodyPr><a:lstStyle/><a:p><a:pPr indent="0" lvl="0" marL="0" marR="0" rtl="0" algn="ctr"><a:lnSpc><a:spcPct val="100000"/></a:lnSpc><a:spcBef><a:spcPts val="0"/></a:spcBef><a:spcAft><a:spcPts val="0"/></a:spcAft><a:buClr><a:srgbClr val="000000"/></a:buClr><a:buSzPts val="1400"/><a:buFont typeface="Arial"/><a:buNone/></a:pPr><a:r><a:t></a:t></a:r><a:endParaRPr b="0" i="0" sz="1400" u="none" cap="none" strike="noStrike"><a:solidFill><a:schemeClr val="lt1"/></a:solidFill><a:latin typeface="Calibri"/><a:ea typeface="Calibri"/><a:cs typeface="Calibri"/><a:sym typeface="Calibri"/></a:endParaRPr></a:p></p:txBody></p:sp><p:sp><p:nvSpPr><p:cNvPr id="148" name="Google Shape;148;p7"/><p:cNvSpPr/><p:nvPr/></p:nvSpPr><p:spPr><a:xfrm><a:off x="0" y="0"/><a:ext cx="12192000" cy="0"/></a:xfrm><a:prstGeom prst="rect"><a:avLst/></a:prstGeom><a:solidFill><a:srgbClr val="FFFFFF"/></a:solidFill><a:ln><a:noFill/></a:ln></p:spPr><p:txBody><a:bodyPr anchorCtr="0" anchor="ctr" bIns="45700" lIns="91425" spcFirstLastPara="1" rIns="91425" wrap="square" tIns="45700"><a:noAutofit/></a:bodyPr><a:lstStyle/><a:p><a:pPr indent="0" lvl="0" marL="0" marR="0" rtl="0" algn="l"><a:lnSpc><a:spcPct val="100000"/></a:lnSpc><a:spcBef><a:spcPts val="0"/></a:spcBef><a:spcAft><a:spcPts val="0"/></a:spcAft><a:buClr><a:srgbClr val="444746"/></a:buClr><a:buSzPts val="1000"/><a:buFont typeface="Google Sans"/><a:buNone/></a:pPr><a:r><a:rPr b="0" i="0" lang="en-US" sz="1000" u="none" cap="none" strike="noStrike"><a:solidFill><a:srgbClr val="444746"/></a:solidFill><a:latin typeface="Google Sans"/><a:ea typeface="Google Sans"/><a:cs typeface="Google Sans"/><a:sym typeface="Google Sans"/></a:rPr><a:t>rewordly</a:t></a:r><a:endParaRPr b="0" i="0" sz="1000" u="none" cap="none" strike="noStrike"><a:solidFill><a:srgbClr val="1F1F1F"/></a:solidFill><a:latin typeface="Google Sans"/><a:ea typeface="Google Sans"/><a:cs typeface="Google Sans"/><a:sym typeface="Google Sans"/></a:endParaRPr></a:p><a:p><a:pPr indent="0" lvl="0" marL="0" marR="0" rtl="0" algn="l"><a:lnSpc><a:spcPct val="100000"/></a:lnSpc><a:spcBef><a:spcPts val="0"/></a:spcBef><a:spcAft><a:spcPts val="0"/></a:spcAft><a:buClr><a:srgbClr val="1F1F1F"/></a:buClr><a:buSzPts val="1000"/><a:buFont typeface="Google Sans"/><a:buNone/></a:pPr><a:br><a:rPr b="0" i="0" lang="en-US" sz="1000" u="none" cap="none" strike="noStrike"><a:solidFill><a:srgbClr val="1F1F1F"/></a:solidFill><a:latin typeface="Google Sans"/><a:ea typeface="Google Sans"/><a:cs typeface="Google Sans"/><a:sym typeface="Google Sans"/></a:rPr></a:br><a:endParaRPr b="0" i="0" sz="1800" u="none" cap="none" strike="noStrike"><a:solidFill><a:schemeClr val="dk1"/></a:solidFill><a:latin typeface="Arial"/><a:ea typeface="Arial"/><a:cs typeface="Arial"/><a:sym typeface="Arial"/></a:endParaRPr></a:p></p:txBody></p:sp><p:sp><p:nvSpPr><p:cNvPr id="149" name="Google Shape;149;p7"/><p:cNvSpPr txBox="1"/><p:nvPr/></p:nvSpPr><p:spPr><a:xfrm><a:off x="324896" y="1647931"/><a:ext cx="11672836" cy="4708981"/></a:xfrm><a:prstGeom prst="rect"><a:avLst/></a:prstGeom><a:noFill/><a:ln><a:noFill/></a:ln></p:spPr><p:txBody><a:bodyPr anchorCtr="0" anchor="t" bIns="45700" lIns="91425" spcFirstLastPara="1" rIns="91425" wrap="square" tIns="45700"><a:spAutoFit/></a:bodyPr><a:lstStyle/><a:p><a:pPr indent="0" lvl="0" marL="0" marR="0" rtl="0" algn="just"><a:lnSpc><a:spcPct val="100000"/></a:lnSpc><a:spcBef><a:spcPts val="0"/></a:spcBef><a:spcAft><a:spcPts val="0"/></a:spcAft><a:buNone/></a:pPr><a:r><a:rPr b="1" i="0" lang="en-US" sz="2500" u="none" cap="none" strike="noStrike"><a:solidFill><a:srgbClr val="000000"/></a:solidFill><a:latin typeface="Arial"/><a:ea typeface="Arial"/><a:cs typeface="Arial"/><a:sym typeface="Arial"/></a:rPr><a:t>Frontend Technologies</a:t></a:r><a:endParaRPr/></a:p><a:p><a:pPr indent="0" lvl="0" marL="0" marR="0" rtl="0" algn="just"><a:lnSpc><a:spcPct val="100000"/></a:lnSpc><a:spcBef><a:spcPts val="0"/></a:spcBef><a:spcAft><a:spcPts val="0"/></a:spcAft><a:buNone/></a:pPr><a:r><a:rPr b="1" i="0" lang="en-US" sz="2500" u="none" cap="none" strike="noStrike"><a:solidFill><a:srgbClr val="000000"/></a:solidFill><a:latin typeface="Arial"/><a:ea typeface="Arial"/><a:cs typeface="Arial"/><a:sym typeface="Arial"/></a:rPr><a:t>• React – Used to create the dynamic structure of web pages</a:t></a:r><a:endParaRPr/></a:p><a:p><a:pPr indent="0" lvl="0" marL="0" marR="0" rtl="0" algn="just"><a:lnSpc><a:spcPct val="100000"/></a:lnSpc><a:spcBef><a:spcPts val="0"/></a:spcBef><a:spcAft><a:spcPts val="0"/></a:spcAft><a:buNone/></a:pPr><a:r><a:rPr b="1" i="0" lang="en-US" sz="2500" u="none" cap="none" strike="noStrike"><a:solidFill><a:srgbClr val="000000"/></a:solidFill><a:latin typeface="Arial"/><a:ea typeface="Arial"/><a:cs typeface="Arial"/><a:sym typeface="Arial"/></a:rPr><a:t>• Tailwind CSS – Used for rapid styling and layout design</a:t></a:r><a:endParaRPr/></a:p><a:p><a:pPr indent="0" lvl="0" marL="0" marR="0" rtl="0" algn="just"><a:lnSpc><a:spcPct val="100000"/></a:lnSpc><a:spcBef><a:spcPts val="0"/></a:spcBef><a:spcAft><a:spcPts val="0"/></a:spcAft><a:buNone/></a:pPr><a:r><a:rPr b="1" i="0" lang="en-US" sz="2500" u="none" cap="none" strike="noStrike"><a:solidFill><a:srgbClr val="000000"/></a:solidFill><a:latin typeface="Arial"/><a:ea typeface="Arial"/><a:cs typeface="Arial"/><a:sym typeface="Arial"/></a:rPr><a:t>• Node.js & Express – Used for robust API and backend processing</a:t></a:r><a:endParaRPr/></a:p><a:p><a:pPr indent="0" lvl="0" marL="0" marR="0" rtl="0" algn="just"><a:lnSpc><a:spcPct val="100000"/></a:lnSpc><a:spcBef><a:spcPts val="0"/></a:spcBef><a:spcAft><a:spcPts val="0"/></a:spcAft><a:buNone/></a:pPr><a:r><a:t></a:t></a:r><a:endParaRPr b="1" i="0" sz="2500" u="none" cap="none" strike="noStrike"><a:solidFill><a:srgbClr val="000000"/></a:solidFill><a:latin typeface="Arial"/><a:ea typeface="Arial"/><a:cs typeface="Arial"/><a:sym typeface="Arial"/></a:endParaRPr></a:p><a:p><a:pPr indent="0" lvl="0" marL="0" marR="0" rtl="0" algn="just"><a:lnSpc><a:spcPct val="100000"/></a:lnSpc><a:spcBef><a:spcPts val="0"/></a:spcBef><a:spcAft><a:spcPts val="0"/></a:spcAft><a:buNone/></a:pPr><a:r><a:rPr b="1" i="0" lang="en-US" sz="2500" u="none" cap="none" strike="noStrike"><a:solidFill><a:srgbClr val="000000"/></a:solidFill><a:latin typeface="Arial"/><a:ea typeface="Arial"/><a:cs typeface="Arial"/><a:sym typeface="Arial"/></a:rPr><a:t>Database</a:t></a:r><a:endParaRPr/></a:p><a:p><a:pPr indent="0" lvl="0" marL="0" marR="0" rtl="0" algn="just"><a:lnSpc><a:spcPct val="100000"/></a:lnSpc><a:spcBef><a:spcPts val="0"/></a:spcBef><a:spcAft><a:spcPts val="0"/></a:spcAft><a:buNone/></a:pPr><a:r><a:rPr b="1" i="0" lang="en-US" sz="2500" u="none" cap="none" strike="noStrike"><a:solidFill><a:srgbClr val="000000"/></a:solidFill><a:latin typeface="Arial"/><a:ea typeface="Arial"/><a:cs typeface="Arial"/><a:sym typeface="Arial"/></a:rPr><a:t>• MongoDB – Used to store user data, trips, and system info</a:t></a:r><a:endParaRPr/></a:p><a:p><a:pPr indent="0" lvl="0" marL="0" marR="0" rtl="0" algn="just"><a:lnSpc><a:spcPct val="100000"/></a:lnSpc><a:spcBef><a:spcPts val="0"/></a:spcBef><a:spcAft><a:spcPts val="0"/></a:spcAft><a:buNone/></a:pPr><a:r><a:t></a:t></a:r><a:endParaRPr b="1" i="0" sz="2500" u="none" cap="none" strike="noStrike"><a:solidFill><a:srgbClr val="000000"/></a:solidFill><a:latin typeface="Arial"/><a:ea typeface="Arial"/><a:cs typeface="Arial"/><a:sym typeface="Arial"/></a:endParaRPr></a:p><a:p><a:pPr indent="0" lvl="0" marL="0" marR="0" rtl="0" algn="just"><a:lnSpc><a:spcPct val="100000"/></a:lnSpc><a:spcBef><a:spcPts val="0"/></a:spcBef><a:spcAft><a:spcPts val="0"/></a:spcAft><a:buNone/></a:pPr><a:r><a:rPr b="1" i="0" lang="en-US" sz="2500" u="none" cap="none" strike="noStrike"><a:solidFill><a:srgbClr val="000000"/></a:solidFill><a:latin typeface="Arial"/><a:ea typeface="Arial"/><a:cs typeface="Arial"/><a:sym typeface="Arial"/></a:rPr><a:t>Additional Technical Features</a:t></a:r><a:endParaRPr/></a:p><a:p><a:pPr indent="0" lvl="0" marL="0" marR="0" rtl="0" algn="just"><a:lnSpc><a:spcPct val="100000"/></a:lnSpc><a:spcBef><a:spcPts val="0"/></a:spcBef><a:spcAft><a:spcPts val="0"/></a:spcAft><a:buNone/></a:pPr><a:r><a:t></a:t></a:r><a:endParaRPr b="1" i="0" sz="2500" u="none" cap="none" strike="noStrike"><a:solidFill><a:srgbClr val="000000"/></a:solidFill><a:latin typeface="Arial"/><a:ea typeface="Arial"/><a:cs typeface="Arial"/><a:sym typeface="Arial"/></a:endParaRPr></a:p><a:p><a:pPr indent="0" lvl="0" marL="0" marR="0" rtl="0" algn="just"><a:lnSpc><a:spcPct val="100000"/></a:lnSpc><a:spcBef><a:spcPts val="0"/></a:spcBef><a:spcAft><a:spcPts val="0"/></a:spcAft><a:buNone/></a:pPr><a:r><a:rPr b="1" i="0" lang="en-US" sz="2500" u="none" cap="none" strike="noStrike"><a:solidFill><a:srgbClr val="000000"/></a:solidFill><a:latin typeface="Arial"/><a:ea typeface="Arial"/><a:cs typeface="Arial"/><a:sym typeface="Arial"/></a:rPr><a:t>• Generative AI – Google Gemini processes preferences into detailed travel plans quickly.</a:t></a:r><a:endParaRPr b="1" i="0" sz="2500" u="none" cap="none" strike="noStrike"><a:solidFill><a:srgbClr val="000000"/></a:solidFill><a:latin typeface="Arial"/><a:ea typeface="Arial"/><a:cs typeface="Arial"/><a:sym typeface="Arial"/></a:endParaRPr></a:p></p:txBody></p:sp></p:spTree></p:cSld><p:clrMapOvr><a:masterClrMapping/></p:clrMapOvr><mc:AlternateContent><mc:Choice Requires="p14"><p:transition spd="slow" p14:dur="700"><p:fade/></p:transition></mc:Choice><mc:Fallback><p:transition spd="slow"><p:fade/></p:transition></mc:Fallback></mc:AlternateContent></p:sld>
</file>

<file path=ppt/slides/slide8.xml><?xml version="1.0" encoding="UTF-8" standalone="yes"?>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<p:cSld><p:spTree><p:nvGrpSpPr><p:cNvPr id="153" name="Shape 153"/><p:cNvGrpSpPr/><p:nvPr/></p:nvGrpSpPr><p:grpSpPr><a:xfrm><a:off x="0" y="0"/><a:ext cx="0" cy="0"/><a:chOff x="0" y="0"/><a:chExt cx="0" cy="0"/></a:xfrm></p:grpSpPr><p:sp><p:nvSpPr><p:cNvPr id="154" name="Google Shape;154;p8"/><p:cNvSpPr txBox="1"/><p:nvPr><p:ph type="ctrTitle"/></p:nvPr></p:nvSpPr><p:spPr><a:xfrm><a:off x="1878330" y="81040"/><a:ext cx="8610600" cy="1470025"/></a:xfrm><a:prstGeom prst="rect"><a:avLst/></a:prstGeom><a:noFill/><a:ln><a:noFill/></a:ln></p:spPr><p:txBody><a:bodyPr anchorCtr="0" anchor="b" bIns="45700" lIns="91425" spcFirstLastPara="1" rIns="91425" wrap="square" tIns="45700"><a:noAutofit/></a:bodyPr><a:lstStyle/><a:p><a:pPr indent="0" lvl="0" marL="0" rtl="0" algn="ctr"><a:lnSpc><a:spcPct val="150000"/></a:lnSpc><a:spcBef><a:spcPts val="0"/></a:spcBef><a:spcAft><a:spcPts val="0"/></a:spcAft><a:buClr><a:srgbClr val="222A35"/></a:buClr><a:buSzPts val="6600"/><a:buFont typeface="Arial"/><a:buNone/></a:pPr><a:r><a:rPr b="1" lang="en-US" sz="4400"/><a:t>Input/Output Design</a:t></a:r><a:endParaRPr sz="4400"/></a:p></p:txBody></p:sp><p:sp><p:nvSpPr><p:cNvPr id="155" name="Google Shape;155;p8"/><p:cNvSpPr/><p:nvPr/></p:nvSpPr><p:spPr><a:xfrm><a:off x="0" y="0"/><a:ext cx="12192000" cy="381000"/></a:xfrm><a:prstGeom prst="rect"><a:avLst/></a:prstGeom><a:gradFill><a:gsLst><a:gs pos="0"><a:srgbClr val="5F82CA"/></a:gs><a:gs pos="50000"><a:srgbClr val="3C70CA"/></a:gs><a:gs pos="100000"><a:srgbClr val="2E60B9"/></a:gs></a:gsLst><a:lin ang="5400000" scaled="0"/></a:gradFill><a:ln cap="flat" cmpd="sng" w="9525"><a:solidFill><a:schemeClr val="accent1"/></a:solidFill><a:prstDash val="solid"/><a:miter lim="800000"/><a:headEnd len="sm" w="sm" type="none"/><a:tailEnd len="sm" w="sm" type="none"/></a:ln></p:spPr><p:txBody><a:bodyPr anchorCtr="0" anchor="ctr" bIns="45700" lIns="91425" spcFirstLastPara="1" rIns="91425" wrap="square" tIns="45700"><a:noAutofit/></a:bodyPr><a:lstStyle/><a:p><a:pPr indent="0" lvl="0" marL="0" marR="0" rtl="0" algn="ctr"><a:lnSpc><a:spcPct val="100000"/></a:lnSpc><a:spcBef><a:spcPts val="0"/></a:spcBef><a:spcAft><a:spcPts val="0"/></a:spcAft><a:buClr><a:srgbClr val="000000"/></a:buClr><a:buSzPts val="1400"/><a:buFont typeface="Arial"/><a:buNone/></a:pPr><a:r><a:t></a:t></a:r><a:endParaRPr b="0" i="0" sz="1400" u="none" cap="none" strike="noStrike"><a:solidFill><a:schemeClr val="lt1"/></a:solidFill><a:latin typeface="Calibri"/><a:ea typeface="Calibri"/><a:cs typeface="Calibri"/><a:sym typeface="Calibri"/></a:endParaRPr></a:p></p:txBody></p:sp><p:sp><p:nvSpPr><p:cNvPr id="156" name="Google Shape;156;p8"/><p:cNvSpPr/><p:nvPr/></p:nvSpPr><p:spPr><a:xfrm><a:off x="0" y="6477000"/><a:ext cx="12192000" cy="381000"/></a:xfrm><a:prstGeom prst="rect"><a:avLst/></a:prstGeom><a:gradFill><a:gsLst><a:gs pos="0"><a:srgbClr val="5F82CA"/></a:gs><a:gs pos="50000"><a:srgbClr val="3C70CA"/></a:gs><a:gs pos="100000"><a:srgbClr val="2E60B9"/></a:gs></a:gsLst><a:lin ang="5400000" scaled="0"/></a:gradFill><a:ln cap="flat" cmpd="sng" w="9525"><a:solidFill><a:schemeClr val="accent1"/></a:solidFill><a:prstDash val="solid"/><a:miter lim="800000"/><a:headEnd len="sm" w="sm" type="none"/><a:tailEnd len="sm" w="sm" type="none"/></a:ln></p:spPr><p:txBody><a:bodyPr anchorCtr="0" anchor="ctr" bIns="45700" lIns="91425" spcFirstLastPara="1" rIns="91425" wrap="square" tIns="45700"><a:noAutofit/></a:bodyPr><a:lstStyle/><a:p><a:pPr indent="0" lvl="0" marL="0" marR="0" rtl="0" algn="ctr"><a:lnSpc><a:spcPct val="100000"/></a:lnSpc><a:spcBef><a:spcPts val="0"/></a:spcBef><a:spcAft><a:spcPts val="0"/></a:spcAft><a:buClr><a:srgbClr val="000000"/></a:buClr><a:buSzPts val="1400"/><a:buFont typeface="Arial"/><a:buNone/></a:pPr><a:r><a:t></a:t></a:r><a:endParaRPr b="0" i="0" sz="1400" u="none" cap="none" strike="noStrike"><a:solidFill><a:schemeClr val="lt1"/></a:solidFill><a:latin typeface="Calibri"/><a:ea typeface="Calibri"/><a:cs typeface="Calibri"/><a:sym typeface="Calibri"/></a:endParaRPr></a:p></p:txBody></p:sp><p:sp><p:nvSpPr><p:cNvPr id="157" name="Google Shape;157;p8"/><p:cNvSpPr/><p:nvPr/></p:nvSpPr><p:spPr><a:xfrm><a:off x="0" y="0"/><a:ext cx="12192000" cy="0"/></a:xfrm><a:prstGeom prst="rect"><a:avLst/></a:prstGeom><a:solidFill><a:srgbClr val="FFFFFF"/></a:solidFill><a:ln><a:noFill/></a:ln></p:spPr><p:txBody><a:bodyPr anchorCtr="0" anchor="ctr" bIns="45700" lIns="91425" spcFirstLastPara="1" rIns="91425" wrap="square" tIns="45700"><a:noAutofit/></a:bodyPr><a:lstStyle/><a:p><a:pPr indent="0" lvl="0" marL="0" marR="0" rtl="0" algn="l"><a:lnSpc><a:spcPct val="100000"/></a:lnSpc><a:spcBef><a:spcPts val="0"/></a:spcBef><a:spcAft><a:spcPts val="0"/></a:spcAft><a:buClr><a:srgbClr val="444746"/></a:buClr><a:buSzPts val="1000"/><a:buFont typeface="Google Sans"/><a:buNone/></a:pPr><a:r><a:rPr b="0" i="0" lang="en-US" sz="1000" u="none" cap="none" strike="noStrike"><a:solidFill><a:srgbClr val="444746"/></a:solidFill><a:latin typeface="Google Sans"/><a:ea typeface="Google Sans"/><a:cs typeface="Google Sans"/><a:sym typeface="Google Sans"/></a:rPr><a:t>46f7qsxi</a:t></a:r><a:endParaRPr b="0" i="0" sz="1000" u="none" cap="none" strike="noStrike"><a:solidFill><a:srgbClr val="1F1F1F"/></a:solidFill><a:latin typeface="Google Sans"/><a:ea typeface="Google Sans"/><a:cs typeface="Google Sans"/><a:sym typeface="Google Sans"/></a:endParaRPr></a:p><a:p><a:pPr indent="0" lvl="0" marL="0" marR="0" rtl="0" algn="l"><a:lnSpc><a:spcPct val="100000"/></a:lnSpc><a:spcBef><a:spcPts val="0"/></a:spcBef><a:spcAft><a:spcPts val="0"/></a:spcAft><a:buClr><a:srgbClr val="1F1F1F"/></a:buClr><a:buSzPts val="1000"/><a:buFont typeface="Google Sans"/><a:buNone/></a:pPr><a:br><a:rPr b="0" i="0" lang="en-US" sz="1000" u="none" cap="none" strike="noStrike"><a:solidFill><a:srgbClr val="1F1F1F"/></a:solidFill><a:latin typeface="Google Sans"/><a:ea typeface="Google Sans"/><a:cs typeface="Google Sans"/><a:sym typeface="Google Sans"/></a:rPr></a:br><a:endParaRPr b="0" i="0" sz="1800" u="none" cap="none" strike="noStrike"><a:solidFill><a:schemeClr val="dk1"/></a:solidFill><a:latin typeface="Arial"/><a:ea typeface="Arial"/><a:cs typeface="Arial"/><a:sym typeface="Arial"/></a:endParaRPr></a:p></p:txBody></p:sp><p:sp><p:nvSpPr><p:cNvPr id="158" name="Google Shape;158;p8"/><p:cNvSpPr txBox="1"/><p:nvPr/></p:nvSpPr><p:spPr><a:xfrm><a:off x="-291402" y="1588302"/><a:ext cx="13997354" cy="1246495"/></a:xfrm><a:prstGeom prst="rect"><a:avLst/></a:prstGeom><a:noFill/><a:ln><a:noFill/></a:ln></p:spPr><p:txBody><a:bodyPr anchorCtr="0" anchor="t" bIns="45700" lIns="91425" spcFirstLastPara="1" rIns="91425" wrap="square" tIns="45700"><a:spAutoFit/></a:bodyPr><a:lstStyle/><a:p><a:pPr indent="0" lvl="0" marL="0" marR="0" rtl="0" algn="just"><a:lnSpc><a:spcPct val="100000"/></a:lnSpc><a:spcBef><a:spcPts val="0"/></a:spcBef><a:spcAft><a:spcPts val="0"/></a:spcAft><a:buNone/></a:pPr><a:r><a:rPr b="1" i="0" lang="en-US" sz="2500" u="none" cap="none" strike="noStrike"><a:solidFill><a:srgbClr val="000000"/></a:solidFill><a:latin typeface="Arial"/><a:ea typeface="Arial"/><a:cs typeface="Arial"/><a:sym typeface="Arial"/></a:rPr><a:t>     Input : User enters destination & dates                          Output : The rewriter,rewrites the                      </a:t></a:r><a:endParaRPr/></a:p><a:p><a:pPr indent="0" lvl="0" marL="0" marR="0" rtl="0" algn="just"><a:lnSpc><a:spcPct val="100000"/></a:lnSpc><a:spcBef><a:spcPts val="0"/></a:spcBef><a:spcAft><a:spcPts val="0"/></a:spcAft><a:buNone/></a:pPr><a:r><a:rPr b="1" i="0" lang="en-US" sz="2500" u="none" cap="none" strike="noStrike"><a:solidFill><a:srgbClr val="000000"/></a:solidFill><a:latin typeface="Arial"/><a:ea typeface="Arial"/><a:cs typeface="Arial"/><a:sym typeface="Arial"/></a:rPr><a:t>                                                                                         sentence in 4 different ways</a:t></a:r><a:endParaRPr/></a:p><a:p><a:pPr indent="0" lvl="0" marL="0" marR="0" rtl="0" algn="just"><a:lnSpc><a:spcPct val="100000"/></a:lnSpc><a:spcBef><a:spcPts val="0"/></a:spcBef><a:spcAft><a:spcPts val="0"/></a:spcAft><a:buNone/></a:pPr><a:r><a:t></a:t></a:r><a:endParaRPr b="1" i="0" sz="2500" u="none" cap="none" strike="noStrike"><a:solidFill><a:srgbClr val="000000"/></a:solidFill><a:latin typeface="Arial"/><a:ea typeface="Arial"/><a:cs typeface="Arial"/><a:sym typeface="Arial"/></a:endParaRPr></a:p></p:txBody></p:sp><p:pic><p:nvPicPr><p:cNvPr id="159" name="Google Shape;159;p8"/><p:cNvPicPr preferRelativeResize="0"/><p:nvPr/></p:nvPicPr><p:blipFill rotWithShape="1"><a:blip r:embed="rId3"><a:alphaModFix/></a:blip><a:srcRect b="0" l="0" r="0" t="0"/><a:stretch/></p:blipFill><p:spPr><a:xfrm><a:off x="265151" y="2649639"/><a:ext cx="5542797" cy="2951185"/></a:xfrm><a:prstGeom prst="rect"><a:avLst/></a:prstGeom><a:noFill/><a:ln><a:noFill/></a:ln></p:spPr></p:pic><p:pic><p:nvPicPr><p:cNvPr id="160" name="Google Shape;160;p8"/><p:cNvPicPr preferRelativeResize="0"/><p:nvPr/></p:nvPicPr><p:blipFill rotWithShape="1"><a:blip r:embed="rId4"><a:alphaModFix/></a:blip><a:srcRect b="0" l="0" r="0" t="0"/><a:stretch/></p:blipFill><p:spPr><a:xfrm><a:off x="6475032" y="2649638"/><a:ext cx="5542796" cy="2951185"/></a:xfrm><a:prstGeom prst="rect"><a:avLst/></a:prstGeom><a:noFill/><a:ln><a:noFill/></a:ln></p:spPr></p:pic></p:spTree></p:cSld><p:clrMapOvr><a:masterClrMapping/></p:clrMapOvr><mc:AlternateContent><mc:Choice Requires="p14"><p:transition spd="slow" p14:dur="700"><p:fade/></p:transition></mc:Choice><mc:Fallback><p:transition spd="slow"><p:fade/></p:transition></mc:Fallback></mc:AlternateContent>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46f7qsxi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4322047" y="842572"/>
            <a:ext cx="607925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1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0" y="1718267"/>
            <a:ext cx="12389618" cy="3939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Packwise helps users plan personalized and optimal itineraries.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The system provides a simple and efficient trip organization platform.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It uses web technologies like MongoDB, Express, React, Node.js, and GenAI.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The platform improves the overall travel experience and management.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Future improvements may include live bookings and multi-user collaboration.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/>
          <p:nvPr>
            <p:ph type="ctrTitle"/>
          </p:nvPr>
        </p:nvSpPr>
        <p:spPr>
          <a:xfrm>
            <a:off x="1512570" y="1765212"/>
            <a:ext cx="8610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9600"/>
              <a:buFont typeface="Arial"/>
              <a:buNone/>
            </a:pPr>
            <a:r>
              <a:rPr b="1" baseline="-25000" lang="en-US" sz="96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Thank you </a:t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46f7qsxi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