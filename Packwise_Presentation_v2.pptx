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Arial Narrow"/>
      <p:regular r:id="rId15"/>
      <p:bold r:id="rId16"/>
      <p:italic r:id="rId17"/>
      <p:boldItalic r:id="rId18"/>
    </p:embeddedFont>
    <p:embeddedFont>
      <p:font typeface="Google Sans"/>
      <p:regular r:id="rId19"/>
      <p:bold r:id="rId20"/>
      <p:italic r:id="rId21"/>
      <p:boldItalic r:id="rId22"/>
    </p:embeddedFont>
    <p:embeddedFont>
      <p:font typeface="Arial Black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uJ4HzvcBXeE2Zi6uvXXQ7oyLh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-bold.fntdata"/><Relationship Id="rId11" Type="http://schemas.openxmlformats.org/officeDocument/2006/relationships/slide" Target="slides/slide7.xml"/><Relationship Id="rId22" Type="http://schemas.openxmlformats.org/officeDocument/2006/relationships/font" Target="fonts/GoogleSans-boldItalic.fntdata"/><Relationship Id="rId10" Type="http://schemas.openxmlformats.org/officeDocument/2006/relationships/slide" Target="slides/slide6.xml"/><Relationship Id="rId21" Type="http://schemas.openxmlformats.org/officeDocument/2006/relationships/font" Target="fonts/GoogleSans-italic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ArialBlack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Narrow-regular.fntdata"/><Relationship Id="rId14" Type="http://schemas.openxmlformats.org/officeDocument/2006/relationships/slide" Target="slides/slide10.xml"/><Relationship Id="rId17" Type="http://schemas.openxmlformats.org/officeDocument/2006/relationships/font" Target="fonts/ArialNarrow-italic.fntdata"/><Relationship Id="rId16" Type="http://schemas.openxmlformats.org/officeDocument/2006/relationships/font" Target="fonts/ArialNarrow-bold.fntdata"/><Relationship Id="rId5" Type="http://schemas.openxmlformats.org/officeDocument/2006/relationships/slide" Target="slides/slide1.xml"/><Relationship Id="rId19" Type="http://schemas.openxmlformats.org/officeDocument/2006/relationships/font" Target="fonts/GoogleSans-regular.fntdata"/><Relationship Id="rId6" Type="http://schemas.openxmlformats.org/officeDocument/2006/relationships/slide" Target="slides/slide2.xml"/><Relationship Id="rId18" Type="http://schemas.openxmlformats.org/officeDocument/2006/relationships/font" Target="fonts/ArialNarrow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634975" y="411475"/>
            <a:ext cx="9968400" cy="17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32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rPr b="1" lang="en-US" sz="30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rPr b="1" lang="en-US" sz="30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  SRI KRISHNA ARTS AND SCIENCE </a:t>
            </a:r>
            <a: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COLLEGE </a:t>
            </a: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Department of Software Systems and AIML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408984" y="4133975"/>
            <a:ext cx="4783015" cy="234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2400"/>
              <a:buNone/>
            </a:pPr>
            <a:r>
              <a:rPr lang="en-US">
                <a:solidFill>
                  <a:srgbClr val="323F4F"/>
                </a:solidFill>
                <a:latin typeface="Arial Black"/>
                <a:ea typeface="Arial Black"/>
                <a:cs typeface="Arial Black"/>
                <a:sym typeface="Arial Black"/>
              </a:rPr>
              <a:t>	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2400"/>
              <a:buNone/>
            </a:pPr>
            <a:r>
              <a:rPr b="1" lang="en-US">
                <a:solidFill>
                  <a:srgbClr val="323F4F"/>
                </a:solidFill>
                <a:latin typeface="Arial Narrow"/>
                <a:ea typeface="Arial Narrow"/>
                <a:cs typeface="Arial Narrow"/>
                <a:sym typeface="Arial Narrow"/>
              </a:rPr>
              <a:t>Guide Name: Dr. M. Raju M.Sc.,Ph.D.,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2400"/>
              <a:buNone/>
            </a:pPr>
            <a:r>
              <a:rPr b="1" lang="en-US">
                <a:solidFill>
                  <a:srgbClr val="323F4F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                Assistant Professor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-20100" y="0"/>
            <a:ext cx="122322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rajesh\Desktop\SKASC\2023 Even\Data Mining\kc logo3.jpg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" y="411481"/>
            <a:ext cx="1863090" cy="173582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510540" y="1287781"/>
            <a:ext cx="11326418" cy="501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III M.Sc. SS</a:t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SEMESTER - VI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23SSI39- Mini 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Title: Packwise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323F4F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5" y="1279384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t/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02901" y="4781599"/>
            <a:ext cx="4783015" cy="1153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rgbClr val="323F4F"/>
                </a:solidFill>
                <a:latin typeface="Arial Black"/>
                <a:ea typeface="Arial Black"/>
                <a:cs typeface="Arial Black"/>
                <a:sym typeface="Arial Black"/>
              </a:rPr>
              <a:t>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ct val="100000"/>
              <a:buFont typeface="Arial"/>
              <a:buNone/>
            </a:pPr>
            <a:r>
              <a:rPr b="1" i="0" lang="en-US" sz="9600" u="none" cap="none" strike="noStrike">
                <a:solidFill>
                  <a:srgbClr val="323F4F"/>
                </a:solidFill>
                <a:latin typeface="Arial Narrow"/>
                <a:ea typeface="Arial Narrow"/>
                <a:cs typeface="Arial Narrow"/>
                <a:sym typeface="Arial Narrow"/>
              </a:rPr>
              <a:t>Student Roll number: 23MSS059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ct val="100000"/>
              <a:buFont typeface="Arial"/>
              <a:buNone/>
            </a:pPr>
            <a:r>
              <a:rPr b="1" i="0" lang="en-US" sz="9600" u="none" cap="none" strike="noStrike">
                <a:solidFill>
                  <a:srgbClr val="323F4F"/>
                </a:solidFill>
                <a:latin typeface="Arial Narrow"/>
                <a:ea typeface="Arial Narrow"/>
                <a:cs typeface="Arial Narrow"/>
                <a:sym typeface="Arial Narrow"/>
              </a:rPr>
              <a:t>Student Name: THRANAESWANTH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ctrTitle"/>
          </p:nvPr>
        </p:nvSpPr>
        <p:spPr>
          <a:xfrm>
            <a:off x="1878330" y="203112"/>
            <a:ext cx="8610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Packwise is a web-based AI-powered travel companion.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The system helps users plan personalized travel itineraries seamlessly.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Users can enter preferences and receive a detailed day-by-day plan.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The project is developed using MongoDB, Express, React, Node.js, and GenAI.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The main goal is to improve trip planning quality through an easy web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interface.                          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ctrTitle"/>
          </p:nvPr>
        </p:nvSpPr>
        <p:spPr>
          <a:xfrm>
            <a:off x="1878330" y="203113"/>
            <a:ext cx="8610600" cy="14548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Introduction 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167640" y="584111"/>
            <a:ext cx="11856720" cy="5892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432414" y="1780703"/>
            <a:ext cx="11930575" cy="3554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Trip planning is very complex and time-consuming in digital platforms.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Many users find it difficult to organize flights, hotels, and activities.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Traditional travel tools mostly focus on booking independent services.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They do not effectively connect various aspects of a trip together.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Packwise provides a simple solution to create and manage travel plans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ctrTitle"/>
          </p:nvPr>
        </p:nvSpPr>
        <p:spPr>
          <a:xfrm>
            <a:off x="1878330" y="203112"/>
            <a:ext cx="8610600" cy="1384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400"/>
              <a:buFont typeface="Arial"/>
              <a:buNone/>
            </a:pPr>
            <a:br>
              <a:rPr b="1" lang="en-US" sz="44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44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Existing Methodology 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10539" y="1287780"/>
            <a:ext cx="11587675" cy="5189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Traditional travel planning requires browsing multiple websites.</a:t>
            </a:r>
            <a:endParaRPr/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Most tools only offer generic location recommendations.</a:t>
            </a:r>
            <a:endParaRPr/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Limited support for generating end-to-end itineraries.</a:t>
            </a:r>
            <a:endParaRPr/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Some tools are complex and difficult to use for travelers.</a:t>
            </a:r>
            <a:endParaRPr/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Problems in existing systems:</a:t>
            </a:r>
            <a:endParaRPr/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Time consuming     • Limited personalization    • Fragmented user experience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ctrTitle"/>
          </p:nvPr>
        </p:nvSpPr>
        <p:spPr>
          <a:xfrm>
            <a:off x="1878330" y="203112"/>
            <a:ext cx="8610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Proposed Methodology 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10540" y="1287780"/>
            <a:ext cx="11346180" cy="5102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142351" y="1634533"/>
            <a:ext cx="11907297" cy="453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Packwise provides a simple web-based AI planning platform.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Users can easily input travel preferences through the website.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The system processes the input and creates an optimal travel plan.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FEATURES OF THE PROPOSED SYSTEM: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Easy to use interface  • Fast AI processing  • Improved plan clarity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Better personalization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ctrTitle"/>
          </p:nvPr>
        </p:nvSpPr>
        <p:spPr>
          <a:xfrm>
            <a:off x="1878330" y="203112"/>
            <a:ext cx="8610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Flow of Process </a:t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10540" y="1287780"/>
            <a:ext cx="11346180" cy="5102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272981" y="1634533"/>
            <a:ext cx="11907297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SYSTEM FLOW DIAGRAM :                            DATA FLOW DIAGRAM :</a:t>
            </a:r>
            <a:endParaRPr/>
          </a:p>
        </p:txBody>
      </p:sp>
      <p:pic>
        <p:nvPicPr>
          <p:cNvPr id="139" name="Google Shape;139;p6"/>
          <p:cNvPicPr preferRelativeResize="0"/>
          <p:nvPr/>
        </p:nvPicPr>
        <p:blipFill rotWithShape="1">
          <a:blip r:embed="rId3">
            <a:alphaModFix/>
          </a:blip>
          <a:srcRect b="19420" l="0" r="0" t="0"/>
          <a:stretch/>
        </p:blipFill>
        <p:spPr>
          <a:xfrm>
            <a:off x="1218548" y="2074724"/>
            <a:ext cx="4203090" cy="3882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6"/>
          <p:cNvPicPr preferRelativeResize="0"/>
          <p:nvPr/>
        </p:nvPicPr>
        <p:blipFill rotWithShape="1">
          <a:blip r:embed="rId4">
            <a:alphaModFix/>
          </a:blip>
          <a:srcRect b="22876" l="0" r="0" t="15525"/>
          <a:stretch/>
        </p:blipFill>
        <p:spPr>
          <a:xfrm>
            <a:off x="5993967" y="2074724"/>
            <a:ext cx="4494963" cy="415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ctrTitle"/>
          </p:nvPr>
        </p:nvSpPr>
        <p:spPr>
          <a:xfrm>
            <a:off x="1790700" y="1389184"/>
            <a:ext cx="8610600" cy="8089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400"/>
              <a:buFont typeface="Arial"/>
              <a:buNone/>
            </a:pPr>
            <a:br>
              <a:rPr b="1" lang="en-US" sz="4400"/>
            </a:br>
            <a:br>
              <a:rPr b="1" lang="en-US" sz="4400"/>
            </a:br>
            <a:br>
              <a:rPr b="1" lang="en-US" sz="4400"/>
            </a:br>
            <a:br>
              <a:rPr b="1" lang="en-US" sz="4400"/>
            </a:br>
            <a:r>
              <a:rPr b="1" lang="en-US" sz="4400"/>
              <a:t>Technical Method</a:t>
            </a:r>
            <a:br>
              <a:rPr b="1" lang="en-US" sz="2800"/>
            </a:b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packwise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324896" y="1647931"/>
            <a:ext cx="11672836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 Technologies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React – Used to create the dynamic structure of web pages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Tailwind CSS – Used for rapid styling and layout design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GSAP / Motion – Used for fluid interaction and animations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MongoDB – Used to store user data, trips, and system info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Additional Technical Features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Generative AI – Google Gemini processes preferences into detailed travel plans quickly.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ctrTitle"/>
          </p:nvPr>
        </p:nvSpPr>
        <p:spPr>
          <a:xfrm>
            <a:off x="1878330" y="81040"/>
            <a:ext cx="8610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6600"/>
              <a:buFont typeface="Arial"/>
              <a:buNone/>
            </a:pPr>
            <a:r>
              <a:rPr b="1" lang="en-US" sz="4400"/>
              <a:t>Input/Output Design</a:t>
            </a:r>
            <a:endParaRPr sz="4400"/>
          </a:p>
        </p:txBody>
      </p:sp>
      <p:sp>
        <p:nvSpPr>
          <p:cNvPr id="155" name="Google Shape;155;p8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-291402" y="1588302"/>
            <a:ext cx="13997354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Input : User enters destination &amp; dates                          Output : The planner, plans the trip                     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in detail day by day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151" y="2649639"/>
            <a:ext cx="5542797" cy="2951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5032" y="2649638"/>
            <a:ext cx="5542796" cy="2951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4322047" y="842572"/>
            <a:ext cx="607925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0" y="1718267"/>
            <a:ext cx="12389618" cy="3939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Packwise helps users plan their travels with clarity and ease.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The system provides a centralized and intelligent trip planning platform.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It uses modern web technologies like React, Node.js, and MongoDB.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The platform improves the overall travel experience and management.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Future improvements may include live bookings and collaboration.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type="ctrTitle"/>
          </p:nvPr>
        </p:nvSpPr>
        <p:spPr>
          <a:xfrm>
            <a:off x="1512570" y="1765212"/>
            <a:ext cx="8610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9600"/>
              <a:buFont typeface="Arial"/>
              <a:buNone/>
            </a:pPr>
            <a:r>
              <a:rPr b="1" baseline="-25000" lang="en-US" sz="96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Thank you </a:t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